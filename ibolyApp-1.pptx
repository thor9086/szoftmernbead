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57" r:id="rId6"/>
    <p:sldId id="262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AD7AD-A44C-4C9D-9A5E-EF6B08EF8255}" type="datetimeFigureOut">
              <a:rPr lang="hu-HU" smtClean="0"/>
              <a:t>2024. 12. 11.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CABCB-2285-41B2-9965-EA0F0C6DE5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53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CABCB-2285-41B2-9965-EA0F0C6DE5E8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3466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8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2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1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3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4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5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8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1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24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6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imyWoq25/ibolya-reme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thor9086/szoftmernbea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DC591C09-04EE-41A7-BC35-466CD880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FD6A395-8B77-4B2D-AA7E-1B4CE370C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drink with flames&#10;&#10;Description automatically generated">
            <a:extLst>
              <a:ext uri="{FF2B5EF4-FFF2-40B4-BE49-F238E27FC236}">
                <a16:creationId xmlns:a16="http://schemas.microsoft.com/office/drawing/2014/main" id="{5FC0F521-7B14-1C21-7905-D6F2A34571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553687-0EB2-1E66-BB9B-236A60276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9984" y="952499"/>
            <a:ext cx="4814316" cy="247650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 </a:t>
            </a:r>
            <a:endParaRPr lang="hu-HU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9FB1A-4AC5-7C78-07D2-B4F3A9438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84" y="4270342"/>
            <a:ext cx="4814316" cy="1778503"/>
          </a:xfrm>
        </p:spPr>
        <p:txBody>
          <a:bodyPr anchor="b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 </a:t>
            </a:r>
            <a:endParaRPr lang="hu-HU" dirty="0">
              <a:solidFill>
                <a:srgbClr val="FFFFFF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5372E1-5D0A-4FE4-B20F-D0CF85FD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13081F5-C318-4421-A7E9-D7F6810B6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1001949" y="952499"/>
            <a:ext cx="572803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b="1" dirty="0" err="1">
                <a:solidFill>
                  <a:schemeClr val="bg1"/>
                </a:solidFill>
              </a:rPr>
              <a:t>Üdvözölnek</a:t>
            </a:r>
            <a:r>
              <a:rPr lang="en-GB" sz="6600" b="1" dirty="0">
                <a:solidFill>
                  <a:schemeClr val="bg1"/>
                </a:solidFill>
              </a:rPr>
              <a:t> </a:t>
            </a:r>
            <a:r>
              <a:rPr lang="en-GB" sz="6600" b="1" dirty="0" err="1">
                <a:solidFill>
                  <a:schemeClr val="bg1"/>
                </a:solidFill>
              </a:rPr>
              <a:t>az</a:t>
            </a:r>
            <a:r>
              <a:rPr lang="en-GB" sz="6600" b="1" dirty="0">
                <a:solidFill>
                  <a:schemeClr val="bg1"/>
                </a:solidFill>
              </a:rPr>
              <a:t> </a:t>
            </a:r>
            <a:r>
              <a:rPr lang="en-GB" sz="7200" b="1" dirty="0" err="1">
                <a:solidFill>
                  <a:schemeClr val="bg1"/>
                </a:solidFill>
              </a:rPr>
              <a:t>IbolyaRémei</a:t>
            </a:r>
            <a:endParaRPr lang="hu-HU" sz="7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F63B3-B2F7-01BF-4B2A-6A7B45FAC452}"/>
              </a:ext>
            </a:extLst>
          </p:cNvPr>
          <p:cNvSpPr txBox="1"/>
          <p:nvPr/>
        </p:nvSpPr>
        <p:spPr>
          <a:xfrm>
            <a:off x="9347200" y="3689850"/>
            <a:ext cx="2435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Készítették:</a:t>
            </a:r>
          </a:p>
          <a:p>
            <a:r>
              <a:rPr lang="en-GB" sz="2000" dirty="0">
                <a:solidFill>
                  <a:schemeClr val="bg1"/>
                </a:solidFill>
              </a:rPr>
              <a:t>Nagy Ákos</a:t>
            </a:r>
          </a:p>
          <a:p>
            <a:r>
              <a:rPr lang="en-GB" sz="2000" dirty="0" err="1">
                <a:solidFill>
                  <a:schemeClr val="bg1"/>
                </a:solidFill>
              </a:rPr>
              <a:t>Horváth</a:t>
            </a:r>
            <a:r>
              <a:rPr lang="en-GB" sz="2000" dirty="0">
                <a:solidFill>
                  <a:schemeClr val="bg1"/>
                </a:solidFill>
              </a:rPr>
              <a:t> László</a:t>
            </a:r>
          </a:p>
          <a:p>
            <a:r>
              <a:rPr lang="en-GB" sz="2000" dirty="0" err="1">
                <a:solidFill>
                  <a:schemeClr val="bg1"/>
                </a:solidFill>
              </a:rPr>
              <a:t>Huszti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Tamás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Bán Ákos</a:t>
            </a:r>
            <a:endParaRPr lang="hu-H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38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drink with flames&#10;&#10;Description automatically generated">
            <a:extLst>
              <a:ext uri="{FF2B5EF4-FFF2-40B4-BE49-F238E27FC236}">
                <a16:creationId xmlns:a16="http://schemas.microsoft.com/office/drawing/2014/main" id="{E25FDE73-9ED6-4900-2D93-D3B1A5CB59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643467" y="733313"/>
            <a:ext cx="55466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b="1" dirty="0">
                <a:solidFill>
                  <a:schemeClr val="bg1"/>
                </a:solidFill>
              </a:rPr>
              <a:t>Tervek, koncepciók:</a:t>
            </a:r>
          </a:p>
        </p:txBody>
      </p:sp>
      <p:pic>
        <p:nvPicPr>
          <p:cNvPr id="1026" name="Picture 2" descr="https://cdn.discordapp.com/attachments/1293633871878950964/1316350284653531166/ibolyApp_frontpage.png?ex=675aba3c&amp;is=675968bc&amp;hm=9e0fb4b9ebdbeee4fa2178e0d1347079c1669d1326afa049e22689408a9cd81c&amp;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0" y="1180701"/>
            <a:ext cx="5068375" cy="449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643467" y="1858045"/>
            <a:ext cx="4992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2000" dirty="0">
                <a:solidFill>
                  <a:schemeClr val="bg1"/>
                </a:solidFill>
              </a:rPr>
              <a:t>Olyan webes alkalmazás fejlesztése, ami italokat ajánl a felhasználónak </a:t>
            </a:r>
            <a:r>
              <a:rPr lang="hu-HU" sz="2000" dirty="0" err="1">
                <a:solidFill>
                  <a:schemeClr val="bg1"/>
                </a:solidFill>
              </a:rPr>
              <a:t>paramétrei</a:t>
            </a:r>
            <a:endParaRPr lang="hu-HU" sz="2000" dirty="0">
              <a:solidFill>
                <a:schemeClr val="bg1"/>
              </a:solidFill>
            </a:endParaRPr>
          </a:p>
          <a:p>
            <a:r>
              <a:rPr lang="hu-HU" sz="2000" dirty="0">
                <a:solidFill>
                  <a:schemeClr val="bg1"/>
                </a:solidFill>
              </a:rPr>
              <a:t>és kedve szerint.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643467" y="3136783"/>
            <a:ext cx="36246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</a:rPr>
              <a:t>Az ajánlott italok közül a felhasználó kiválaszthatja a számára legjobb csomagot, és elmentheti a kedvencei közé.</a:t>
            </a:r>
          </a:p>
        </p:txBody>
      </p:sp>
    </p:spTree>
    <p:extLst>
      <p:ext uri="{BB962C8B-B14F-4D97-AF65-F5344CB8AC3E}">
        <p14:creationId xmlns:p14="http://schemas.microsoft.com/office/powerpoint/2010/main" val="42755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drink with flames&#10;&#10;Description automatically generated">
            <a:extLst>
              <a:ext uri="{FF2B5EF4-FFF2-40B4-BE49-F238E27FC236}">
                <a16:creationId xmlns:a16="http://schemas.microsoft.com/office/drawing/2014/main" id="{2B06D1C9-5455-F23E-2652-FAAF22D2C8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s://cdn.discordapp.com/attachments/1293633871878950964/1316109397587656735/Kepernyokep_2024-12-08_205554.png?ex=675a82a4&amp;is=67593124&amp;hm=e97cd3109dceae33b59fe36ac11aa68c2a4019466ec95a82900bb6887a39893f&amp;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526" y="996353"/>
            <a:ext cx="5054285" cy="499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530893" y="691257"/>
            <a:ext cx="554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Eredmények:</a:t>
            </a:r>
          </a:p>
        </p:txBody>
      </p:sp>
      <p:pic>
        <p:nvPicPr>
          <p:cNvPr id="4" name="Kép 3" descr="A képen szöveg, képernyőkép, embléma, Betűtípus látható&#10;&#10;Automatikusan generált leírás">
            <a:extLst>
              <a:ext uri="{FF2B5EF4-FFF2-40B4-BE49-F238E27FC236}">
                <a16:creationId xmlns:a16="http://schemas.microsoft.com/office/drawing/2014/main" id="{72208060-9679-A475-978F-9CF6070DE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15" y="1532111"/>
            <a:ext cx="4111494" cy="370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drink with flames&#10;&#10;Description automatically generated">
            <a:extLst>
              <a:ext uri="{FF2B5EF4-FFF2-40B4-BE49-F238E27FC236}">
                <a16:creationId xmlns:a16="http://schemas.microsoft.com/office/drawing/2014/main" id="{FBCB1DBC-14AC-7D61-E05F-8FA7D18A11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https://cdn.discordapp.com/attachments/1293633871878950964/1316109398724182026/Kepernyokep_2024-12-10_191736.png?ex=675a82a4&amp;is=67593124&amp;hm=93f4eaed9402b4364aa6238012e46273284a6e36f4045f5c8856f4040289d15d&amp;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1" y="850874"/>
            <a:ext cx="6077431" cy="279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cdn.discordapp.com/attachments/1293633871878950964/1316435089290432552/Kepernyokep_2024-12-11_170145.png?ex=675b0937&amp;is=6759b7b7&amp;hm=0548980add0ba0e81b2ae9235dd3627c709fa8fb655b3037e70011ca90b3ab19&amp;=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1" y="3814145"/>
            <a:ext cx="5647275" cy="239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9CE49D0-2570-B4EA-30B2-DEA54D91D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573" y="1547746"/>
            <a:ext cx="3970074" cy="389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4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drink with flames&#10;&#10;Description automatically generated">
            <a:extLst>
              <a:ext uri="{FF2B5EF4-FFF2-40B4-BE49-F238E27FC236}">
                <a16:creationId xmlns:a16="http://schemas.microsoft.com/office/drawing/2014/main" id="{EB7793F4-B8D3-6F0F-F39E-296728079F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-94824" y="-97769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F28C11-49F3-4AFA-7DBA-4570B4F1E9EB}"/>
              </a:ext>
            </a:extLst>
          </p:cNvPr>
          <p:cNvSpPr txBox="1"/>
          <p:nvPr/>
        </p:nvSpPr>
        <p:spPr>
          <a:xfrm>
            <a:off x="6613359" y="3608424"/>
            <a:ext cx="46089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Trello: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  <a:hlinkClick r:id="rId3"/>
              </a:rPr>
              <a:t>https://trello.com/b/imyWoq25/ibolya-remei</a:t>
            </a:r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AC917-F9F2-420F-611F-2845CEECF90D}"/>
              </a:ext>
            </a:extLst>
          </p:cNvPr>
          <p:cNvSpPr txBox="1"/>
          <p:nvPr/>
        </p:nvSpPr>
        <p:spPr>
          <a:xfrm>
            <a:off x="6613359" y="4580363"/>
            <a:ext cx="5360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Github</a:t>
            </a:r>
            <a:r>
              <a:rPr lang="en-GB" dirty="0">
                <a:solidFill>
                  <a:schemeClr val="bg1"/>
                </a:solidFill>
              </a:rPr>
              <a:t>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  <a:hlinkClick r:id="rId4"/>
              </a:rPr>
              <a:t>https://github.com/thor9086/szoftmernbead</a:t>
            </a:r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4605664D-E29F-B1BB-1AF8-40D3C3FFC4ED}"/>
              </a:ext>
            </a:extLst>
          </p:cNvPr>
          <p:cNvSpPr txBox="1"/>
          <p:nvPr/>
        </p:nvSpPr>
        <p:spPr>
          <a:xfrm>
            <a:off x="813545" y="1065928"/>
            <a:ext cx="444384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>
                <a:solidFill>
                  <a:schemeClr val="bg1"/>
                </a:solidFill>
              </a:rPr>
              <a:t>Felhasznált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technológiák</a:t>
            </a:r>
            <a:r>
              <a:rPr lang="en-GB" sz="2800" dirty="0">
                <a:solidFill>
                  <a:schemeClr val="bg1"/>
                </a:solidFill>
              </a:rPr>
              <a:t>:</a:t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Backend</a:t>
            </a:r>
            <a:r>
              <a:rPr lang="hu-HU" sz="2000" dirty="0">
                <a:solidFill>
                  <a:schemeClr val="bg1"/>
                </a:solidFill>
              </a:rPr>
              <a:t> – Huszti Tamás, Nagy Ákos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- </a:t>
            </a:r>
            <a:r>
              <a:rPr lang="en-GB" dirty="0" err="1">
                <a:solidFill>
                  <a:schemeClr val="bg1"/>
                </a:solidFill>
              </a:rPr>
              <a:t>Springboot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- H2 database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Frontend</a:t>
            </a:r>
            <a:r>
              <a:rPr lang="hu-HU" sz="2000" dirty="0">
                <a:solidFill>
                  <a:schemeClr val="bg1"/>
                </a:solidFill>
              </a:rPr>
              <a:t> – Horváth László, Bán Ákos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- HTML</a:t>
            </a:r>
          </a:p>
          <a:p>
            <a:r>
              <a:rPr lang="en-GB" dirty="0">
                <a:solidFill>
                  <a:schemeClr val="bg1"/>
                </a:solidFill>
              </a:rPr>
              <a:t>- CSS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- </a:t>
            </a:r>
            <a:r>
              <a:rPr lang="en-GB" dirty="0" err="1">
                <a:solidFill>
                  <a:schemeClr val="bg1"/>
                </a:solidFill>
              </a:rPr>
              <a:t>Javascript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95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67F76-BE03-82A3-D270-97F70442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338541-FDC8-3AC4-59A9-BCB328C0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63E9B2-C3EB-78D2-0211-E5C0EB7D9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pic>
        <p:nvPicPr>
          <p:cNvPr id="3" name="Picture 2" descr="A logo of a drink with flames&#10;&#10;Description automatically generated">
            <a:extLst>
              <a:ext uri="{FF2B5EF4-FFF2-40B4-BE49-F238E27FC236}">
                <a16:creationId xmlns:a16="http://schemas.microsoft.com/office/drawing/2014/main" id="{D4E561DB-BBE9-0586-E37F-4546388F3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4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BAFAF5-1B0D-17BF-8AD6-F860A5251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AE7BB3-20BE-79AB-19F3-8305BBD4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">
            <a:extLst>
              <a:ext uri="{FF2B5EF4-FFF2-40B4-BE49-F238E27FC236}">
                <a16:creationId xmlns:a16="http://schemas.microsoft.com/office/drawing/2014/main" id="{8009DD96-3A20-B04C-7BDC-42EC30DB0A34}"/>
              </a:ext>
            </a:extLst>
          </p:cNvPr>
          <p:cNvSpPr txBox="1"/>
          <p:nvPr/>
        </p:nvSpPr>
        <p:spPr>
          <a:xfrm>
            <a:off x="0" y="2051626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7200" b="1" dirty="0">
                <a:solidFill>
                  <a:schemeClr val="bg1"/>
                </a:solidFill>
              </a:rPr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4006903774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119</Words>
  <Application>Microsoft Office PowerPoint</Application>
  <PresentationFormat>Szélesvásznú</PresentationFormat>
  <Paragraphs>20</Paragraphs>
  <Slides>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Amasis MT Pro Medium</vt:lpstr>
      <vt:lpstr>Arial</vt:lpstr>
      <vt:lpstr>Calibri</vt:lpstr>
      <vt:lpstr>Univers Light</vt:lpstr>
      <vt:lpstr>TribuneVTI</vt:lpstr>
      <vt:lpstr> 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Bán Ákos Richárd (12.B)</dc:creator>
  <cp:lastModifiedBy>Horváth László Zoltán</cp:lastModifiedBy>
  <cp:revision>22</cp:revision>
  <dcterms:created xsi:type="dcterms:W3CDTF">2024-10-17T07:27:32Z</dcterms:created>
  <dcterms:modified xsi:type="dcterms:W3CDTF">2024-12-11T19:57:00Z</dcterms:modified>
</cp:coreProperties>
</file>