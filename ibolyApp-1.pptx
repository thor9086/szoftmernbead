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9"/>
  </p:notesMasterIdLst>
  <p:sldIdLst>
    <p:sldId id="256" r:id="rId2"/>
    <p:sldId id="258" r:id="rId3"/>
    <p:sldId id="259" r:id="rId4"/>
    <p:sldId id="260" r:id="rId5"/>
    <p:sldId id="263" r:id="rId6"/>
    <p:sldId id="257" r:id="rId7"/>
    <p:sldId id="262" r:id="rId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6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CAD7AD-A44C-4C9D-9A5E-EF6B08EF8255}" type="datetimeFigureOut">
              <a:rPr lang="hu-HU" smtClean="0"/>
              <a:t>2024. 12. 12.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8CABCB-2285-41B2-9965-EA0F0C6DE5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6530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8CABCB-2285-41B2-9965-EA0F0C6DE5E8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34661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72B84-58F8-5E60-33CA-029C9C2E8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22093237-D9A1-8E40-DF3F-0E274278E8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3493032F-DD7D-A0E3-705E-405724F223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3E98414C-4827-B213-8B08-52EEE61958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8CABCB-2285-41B2-9965-EA0F0C6DE5E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058355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33821-597E-4B4F-8572-5DA1CB1835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950976"/>
            <a:ext cx="6509385" cy="3556730"/>
          </a:xfrm>
        </p:spPr>
        <p:txBody>
          <a:bodyPr anchor="t">
            <a:normAutofit/>
          </a:bodyPr>
          <a:lstStyle>
            <a:lvl1pPr algn="l"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C38D70-8FF5-47D7-A0DD-087A227BC9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572000"/>
            <a:ext cx="6481953" cy="1485900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5B485-516D-48B7-AF1D-69AEEA351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t>12/12/2024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614DDB-2831-4FF8-9DA7-0449659D7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F178F6-65BA-4964-80E2-DB6EA3355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285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A45AC-24E0-45A1-90C3-7BF96C3FC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018E1-7CA3-4B5E-9683-554FDFC63E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95D32D-7150-4DF2-B992-A2B4F5605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t>12/12/2024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D03F0C-FCA3-464C-B6ED-864DB51E7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41006-DAE1-4326-B1AE-FD527A653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823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B84-BE32-464A-A765-975C21B5C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923" y="952500"/>
            <a:ext cx="6678695" cy="3962398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0145C2-97CF-4887-904A-8ADC80525A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43860" y="952501"/>
            <a:ext cx="3500440" cy="396239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24559-DA32-4398-A8EE-EED2469D6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t>12/12/2024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967BE1-F1AC-4732-B52E-1C7D63DEF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13C03-DDF0-48C6-B1BF-D28875F82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157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6F411-42B3-4A17-BE7E-861BE7E7D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8E0603-F4C0-40AC-A53E-40449D53D7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8640" y="2029968"/>
            <a:ext cx="5281506" cy="41481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BC5634-2887-4182-A9BE-B382357D4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57928" y="2029968"/>
            <a:ext cx="5281506" cy="41481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6B6E74-28E1-4684-B515-4265ED7B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t>12/12/2024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D375EA-A8F8-485D-A82F-CD85D4C9E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D9E4B0-F5E3-407F-A548-B616E7749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412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2161A-7627-4D64-AF08-10D702AFE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659" y="950976"/>
            <a:ext cx="10802729" cy="8817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3B6884-07D8-4CC4-BE99-516F1433B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2918" y="1832772"/>
            <a:ext cx="5281507" cy="742638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1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82C638-B5A8-4F8C-85AE-33BEAF54C0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8640" y="2600531"/>
            <a:ext cx="528150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0D1933-A703-4BDC-A697-728E899EED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57927" y="1832772"/>
            <a:ext cx="5283202" cy="742638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1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925DBD-4D51-4A2D-B1E4-6D094CD1E8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57927" y="2600531"/>
            <a:ext cx="52832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2636E2-E26E-42F7-9E05-3F756C7D1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t>12/12/2024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F7281B-0E5C-421E-AFFE-775F57C5D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83462-E410-4DC7-AE53-27AABECFE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236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CFA68-31B5-48C5-929A-842FDF0FD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5A2600-419E-46E9-946F-FBDEDBA1D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t>12/12/2024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85F9A9-98FF-4653-A570-9F351A1AB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D44457-95F1-4B15-A647-B14F91F7A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544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19EABA-1008-4E49-9184-3A946ECD7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t>12/12/2024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5C3BD0-269D-4127-B5F7-84B0D8A74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623447-C740-4495-93EC-7252B1B92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359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D1155-71E7-4F0A-BB62-933743CF6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52500"/>
            <a:ext cx="4124084" cy="2362200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B6D44-5A1E-4176-8766-4B81E045D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0700" y="952500"/>
            <a:ext cx="5934074" cy="49085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810EC6-11DD-4B5D-A2D2-4DCF73E583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48641" y="3429000"/>
            <a:ext cx="4124084" cy="24399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5DFCDF-666E-4DB4-A1C0-79D40A007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t>12/12/2024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A69AC-15E6-4B19-A59D-DBDBE923D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79F0EE-74DE-4FEC-81E9-E40D53397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88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3CA4F-6508-4AD6-8367-A0288D888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1" y="952500"/>
            <a:ext cx="4124084" cy="2397918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06BFCD-2F93-4D99-89EA-F0359FB782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22119" y="987425"/>
            <a:ext cx="602218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F4C1F7-1272-41C8-8C29-676316D02D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48641" y="3429000"/>
            <a:ext cx="4124084" cy="24399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CDD491-0FE6-4B42-AAA6-B698E46F1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t>12/12/2024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58F83F-4E9F-4607-A69B-DFC932560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324484-C6E4-4D8A-BDAB-09B1FBB4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312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07F1B-6F93-4E6E-8C8C-D01A9DEB6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7D2968-FE85-492F-A77B-1771F4EAA8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48641" y="2028826"/>
            <a:ext cx="11094348" cy="4029074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592DA2-B1FB-45C6-B10C-141AC2BFB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t>12/12/2024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CA6D78-CE47-4CA7-B3B6-AFAE5175F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EDC5C0-8780-4819-A8FC-32A0141D2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224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B8F9A8-05F2-4F79-B689-1FA2F3196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472612" y="952499"/>
            <a:ext cx="2207417" cy="5105401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D615BC-61CD-4D59-8E85-B59072E2B2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57924" y="952499"/>
            <a:ext cx="8914688" cy="5105401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F81C46-8CC0-4B79-AF2E-84C86C6A8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t>12/12/2024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76817-4D29-4888-B68C-A35F5A069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0B21A-30A9-4173-9E3F-D985B86A3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717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90E843-90BA-4A7D-8F9F-FFE49387A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39" y="950976"/>
            <a:ext cx="10995659" cy="10778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F7CA62-9B55-49B4-94B6-EAAF7D5AE0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1" y="2028826"/>
            <a:ext cx="10995660" cy="40290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3CEA03-AAFA-4A69-A3DA-1DD0EF273F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88729" y="6449535"/>
            <a:ext cx="2983095" cy="30845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4CDE23C7-78A4-413A-A84B-93D4CC0A9EB1}" type="datetimeFigureOut">
              <a:rPr lang="en-US" smtClean="0"/>
              <a:pPr/>
              <a:t>12/12/2024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97F43-1ECB-4FC2-863E-26CEE24A00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57924" y="17377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C7F9D8-4B2E-4871-B2AE-EFC06BE231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10710" y="6449535"/>
            <a:ext cx="932279" cy="30845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6CB39E08-E0E5-4B1A-8F7D-08FE7678A3B6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2919E4-C488-4107-9EF1-66152F848008}"/>
              </a:ext>
            </a:extLst>
          </p:cNvPr>
          <p:cNvCxnSpPr>
            <a:cxnSpLocks/>
          </p:cNvCxnSpPr>
          <p:nvPr/>
        </p:nvCxnSpPr>
        <p:spPr>
          <a:xfrm>
            <a:off x="643467" y="678719"/>
            <a:ext cx="10905066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F79732-4088-424C-A653-4534E4389443}"/>
              </a:ext>
            </a:extLst>
          </p:cNvPr>
          <p:cNvCxnSpPr>
            <a:cxnSpLocks/>
          </p:cNvCxnSpPr>
          <p:nvPr/>
        </p:nvCxnSpPr>
        <p:spPr>
          <a:xfrm>
            <a:off x="643467" y="6309695"/>
            <a:ext cx="10905066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462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05" r:id="rId6"/>
    <p:sldLayoutId id="2147483701" r:id="rId7"/>
    <p:sldLayoutId id="2147483702" r:id="rId8"/>
    <p:sldLayoutId id="2147483703" r:id="rId9"/>
    <p:sldLayoutId id="2147483704" r:id="rId10"/>
    <p:sldLayoutId id="2147483706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trello.com/b/imyWoq25/ibolya-remei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thor9086/szoftmernbead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52">
            <a:extLst>
              <a:ext uri="{FF2B5EF4-FFF2-40B4-BE49-F238E27FC236}">
                <a16:creationId xmlns:a16="http://schemas.microsoft.com/office/drawing/2014/main" id="{DC591C09-04EE-41A7-BC35-466CD8800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FD6A395-8B77-4B2D-AA7E-1B4CE370CB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logo of a drink with flames&#10;&#10;Description automatically generated">
            <a:extLst>
              <a:ext uri="{FF2B5EF4-FFF2-40B4-BE49-F238E27FC236}">
                <a16:creationId xmlns:a16="http://schemas.microsoft.com/office/drawing/2014/main" id="{5FC0F521-7B14-1C21-7905-D6F2A345714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73" b="23477"/>
          <a:stretch/>
        </p:blipFill>
        <p:spPr>
          <a:xfrm>
            <a:off x="20" y="1"/>
            <a:ext cx="1219197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553687-0EB2-1E66-BB9B-236A602763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29984" y="952499"/>
            <a:ext cx="4814316" cy="2476501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rgbClr val="FFFFFF"/>
                </a:solidFill>
              </a:rPr>
              <a:t> </a:t>
            </a:r>
            <a:endParaRPr lang="hu-HU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D9FB1A-4AC5-7C78-07D2-B4F3A9438F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29984" y="4270342"/>
            <a:ext cx="4814316" cy="1778503"/>
          </a:xfrm>
        </p:spPr>
        <p:txBody>
          <a:bodyPr anchor="b">
            <a:normAutofit/>
          </a:bodyPr>
          <a:lstStyle/>
          <a:p>
            <a:r>
              <a:rPr lang="en-GB" dirty="0">
                <a:solidFill>
                  <a:srgbClr val="FFFFFF"/>
                </a:solidFill>
              </a:rPr>
              <a:t> </a:t>
            </a:r>
            <a:endParaRPr lang="hu-HU" dirty="0">
              <a:solidFill>
                <a:srgbClr val="FFFFFF"/>
              </a:solidFill>
            </a:endParaRP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C5372E1-5D0A-4FE4-B20F-D0CF85FD0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3467" y="678719"/>
            <a:ext cx="10905066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13081F5-C318-4421-A7E9-D7F6810B65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3467" y="6309695"/>
            <a:ext cx="10905066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009DD96-3A20-B04C-7BDC-42EC30DB0A34}"/>
              </a:ext>
            </a:extLst>
          </p:cNvPr>
          <p:cNvSpPr txBox="1"/>
          <p:nvPr/>
        </p:nvSpPr>
        <p:spPr>
          <a:xfrm>
            <a:off x="1001949" y="952499"/>
            <a:ext cx="5728034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600" b="1" dirty="0" err="1">
                <a:solidFill>
                  <a:schemeClr val="bg1"/>
                </a:solidFill>
              </a:rPr>
              <a:t>Üdvözölnek</a:t>
            </a:r>
            <a:r>
              <a:rPr lang="en-GB" sz="6600" b="1" dirty="0">
                <a:solidFill>
                  <a:schemeClr val="bg1"/>
                </a:solidFill>
              </a:rPr>
              <a:t> </a:t>
            </a:r>
            <a:r>
              <a:rPr lang="en-GB" sz="6600" b="1" dirty="0" err="1">
                <a:solidFill>
                  <a:schemeClr val="bg1"/>
                </a:solidFill>
              </a:rPr>
              <a:t>az</a:t>
            </a:r>
            <a:r>
              <a:rPr lang="en-GB" sz="6600" b="1" dirty="0">
                <a:solidFill>
                  <a:schemeClr val="bg1"/>
                </a:solidFill>
              </a:rPr>
              <a:t> </a:t>
            </a:r>
            <a:r>
              <a:rPr lang="en-GB" sz="7200" b="1" dirty="0" err="1">
                <a:solidFill>
                  <a:schemeClr val="bg1"/>
                </a:solidFill>
              </a:rPr>
              <a:t>IbolyaRémei</a:t>
            </a:r>
            <a:endParaRPr lang="hu-HU" sz="72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9F63B3-B2F7-01BF-4B2A-6A7B45FAC452}"/>
              </a:ext>
            </a:extLst>
          </p:cNvPr>
          <p:cNvSpPr txBox="1"/>
          <p:nvPr/>
        </p:nvSpPr>
        <p:spPr>
          <a:xfrm>
            <a:off x="9347200" y="3689850"/>
            <a:ext cx="243515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</a:rPr>
              <a:t>Készítették:</a:t>
            </a:r>
          </a:p>
          <a:p>
            <a:r>
              <a:rPr lang="en-GB" sz="2000" dirty="0">
                <a:solidFill>
                  <a:schemeClr val="bg1"/>
                </a:solidFill>
              </a:rPr>
              <a:t>Nagy Ákos</a:t>
            </a:r>
          </a:p>
          <a:p>
            <a:r>
              <a:rPr lang="en-GB" sz="2000" dirty="0" err="1">
                <a:solidFill>
                  <a:schemeClr val="bg1"/>
                </a:solidFill>
              </a:rPr>
              <a:t>Horváth</a:t>
            </a:r>
            <a:r>
              <a:rPr lang="en-GB" sz="2000" dirty="0">
                <a:solidFill>
                  <a:schemeClr val="bg1"/>
                </a:solidFill>
              </a:rPr>
              <a:t> László</a:t>
            </a:r>
          </a:p>
          <a:p>
            <a:r>
              <a:rPr lang="en-GB" sz="2000" dirty="0" err="1">
                <a:solidFill>
                  <a:schemeClr val="bg1"/>
                </a:solidFill>
              </a:rPr>
              <a:t>Huszti</a:t>
            </a:r>
            <a:r>
              <a:rPr lang="en-GB" sz="2000" dirty="0">
                <a:solidFill>
                  <a:schemeClr val="bg1"/>
                </a:solidFill>
              </a:rPr>
              <a:t> </a:t>
            </a:r>
            <a:r>
              <a:rPr lang="en-GB" sz="2000" dirty="0" err="1">
                <a:solidFill>
                  <a:schemeClr val="bg1"/>
                </a:solidFill>
              </a:rPr>
              <a:t>Tamás</a:t>
            </a:r>
            <a:endParaRPr lang="en-GB" sz="2000" dirty="0">
              <a:solidFill>
                <a:schemeClr val="bg1"/>
              </a:solidFill>
            </a:endParaRPr>
          </a:p>
          <a:p>
            <a:r>
              <a:rPr lang="en-GB" sz="2000" dirty="0">
                <a:solidFill>
                  <a:schemeClr val="bg1"/>
                </a:solidFill>
              </a:rPr>
              <a:t>Bán Ákos</a:t>
            </a:r>
            <a:endParaRPr lang="hu-HU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2386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00A26AB-E1BA-4180-829A-BF134BA81B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9D94A9-B2E2-46A9-B26F-8AE3BFD83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logo of a drink with flames&#10;&#10;Description automatically generated">
            <a:extLst>
              <a:ext uri="{FF2B5EF4-FFF2-40B4-BE49-F238E27FC236}">
                <a16:creationId xmlns:a16="http://schemas.microsoft.com/office/drawing/2014/main" id="{E25FDE73-9ED6-4900-2D93-D3B1A5CB599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73" b="23477"/>
          <a:stretch/>
        </p:blipFill>
        <p:spPr>
          <a:xfrm>
            <a:off x="0" y="0"/>
            <a:ext cx="12191980" cy="685799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98A24E-F6AC-42A6-8BC2-1A91D9768F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3467" y="678719"/>
            <a:ext cx="10905066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679D7AD-A487-4DDE-950D-32D24100B1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3467" y="6309695"/>
            <a:ext cx="10905066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5">
            <a:extLst>
              <a:ext uri="{FF2B5EF4-FFF2-40B4-BE49-F238E27FC236}">
                <a16:creationId xmlns:a16="http://schemas.microsoft.com/office/drawing/2014/main" id="{8009DD96-3A20-B04C-7BDC-42EC30DB0A34}"/>
              </a:ext>
            </a:extLst>
          </p:cNvPr>
          <p:cNvSpPr txBox="1"/>
          <p:nvPr/>
        </p:nvSpPr>
        <p:spPr>
          <a:xfrm>
            <a:off x="643467" y="733313"/>
            <a:ext cx="554663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000" b="1" dirty="0">
                <a:solidFill>
                  <a:schemeClr val="bg1"/>
                </a:solidFill>
              </a:rPr>
              <a:t>Tervek, koncepciók:</a:t>
            </a:r>
          </a:p>
        </p:txBody>
      </p:sp>
      <p:pic>
        <p:nvPicPr>
          <p:cNvPr id="1026" name="Picture 2" descr="https://cdn.discordapp.com/attachments/1293633871878950964/1316350284653531166/ibolyApp_frontpage.png?ex=675aba3c&amp;is=675968bc&amp;hm=9e0fb4b9ebdbeee4fa2178e0d1347079c1669d1326afa049e22689408a9cd81c&amp;=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0" y="1180701"/>
            <a:ext cx="5068375" cy="4496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5">
            <a:extLst>
              <a:ext uri="{FF2B5EF4-FFF2-40B4-BE49-F238E27FC236}">
                <a16:creationId xmlns:a16="http://schemas.microsoft.com/office/drawing/2014/main" id="{8009DD96-3A20-B04C-7BDC-42EC30DB0A34}"/>
              </a:ext>
            </a:extLst>
          </p:cNvPr>
          <p:cNvSpPr txBox="1"/>
          <p:nvPr/>
        </p:nvSpPr>
        <p:spPr>
          <a:xfrm>
            <a:off x="643467" y="1858045"/>
            <a:ext cx="499245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hu-HU" sz="2000" dirty="0">
                <a:solidFill>
                  <a:schemeClr val="bg1"/>
                </a:solidFill>
              </a:rPr>
              <a:t>Olyan webes alkalmazás fejlesztése, ami italokat ajánl a felhasználónak </a:t>
            </a:r>
            <a:r>
              <a:rPr lang="hu-HU" sz="2000" dirty="0" err="1">
                <a:solidFill>
                  <a:schemeClr val="bg1"/>
                </a:solidFill>
              </a:rPr>
              <a:t>paramétrei</a:t>
            </a:r>
            <a:endParaRPr lang="hu-HU" sz="2000" dirty="0">
              <a:solidFill>
                <a:schemeClr val="bg1"/>
              </a:solidFill>
            </a:endParaRPr>
          </a:p>
          <a:p>
            <a:r>
              <a:rPr lang="hu-HU" sz="2000" dirty="0">
                <a:solidFill>
                  <a:schemeClr val="bg1"/>
                </a:solidFill>
              </a:rPr>
              <a:t>és kedve szerint.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8009DD96-3A20-B04C-7BDC-42EC30DB0A34}"/>
              </a:ext>
            </a:extLst>
          </p:cNvPr>
          <p:cNvSpPr txBox="1"/>
          <p:nvPr/>
        </p:nvSpPr>
        <p:spPr>
          <a:xfrm>
            <a:off x="643467" y="3136783"/>
            <a:ext cx="362460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hu-H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000" dirty="0">
                <a:solidFill>
                  <a:schemeClr val="bg1"/>
                </a:solidFill>
              </a:rPr>
              <a:t>Az ajánlott italok közül a felhasználó kiválaszthatja a számára legjobb csomagot, és elmentheti a kedvencei közé.</a:t>
            </a:r>
          </a:p>
        </p:txBody>
      </p:sp>
    </p:spTree>
    <p:extLst>
      <p:ext uri="{BB962C8B-B14F-4D97-AF65-F5344CB8AC3E}">
        <p14:creationId xmlns:p14="http://schemas.microsoft.com/office/powerpoint/2010/main" val="427550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00A26AB-E1BA-4180-829A-BF134BA81B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9D94A9-B2E2-46A9-B26F-8AE3BFD83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logo of a drink with flames&#10;&#10;Description automatically generated">
            <a:extLst>
              <a:ext uri="{FF2B5EF4-FFF2-40B4-BE49-F238E27FC236}">
                <a16:creationId xmlns:a16="http://schemas.microsoft.com/office/drawing/2014/main" id="{2B06D1C9-5455-F23E-2652-FAAF22D2C82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73" b="23477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98A24E-F6AC-42A6-8BC2-1A91D9768F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3467" y="678719"/>
            <a:ext cx="10905066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679D7AD-A487-4DDE-950D-32D24100B1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3467" y="6309695"/>
            <a:ext cx="10905066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https://cdn.discordapp.com/attachments/1293633871878950964/1316109397587656735/Kepernyokep_2024-12-08_205554.png?ex=675a82a4&amp;is=67593124&amp;hm=e97cd3109dceae33b59fe36ac11aa68c2a4019466ec95a82900bb6887a39893f&amp;=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7526" y="996353"/>
            <a:ext cx="5054285" cy="4995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5">
            <a:extLst>
              <a:ext uri="{FF2B5EF4-FFF2-40B4-BE49-F238E27FC236}">
                <a16:creationId xmlns:a16="http://schemas.microsoft.com/office/drawing/2014/main" id="{8009DD96-3A20-B04C-7BDC-42EC30DB0A34}"/>
              </a:ext>
            </a:extLst>
          </p:cNvPr>
          <p:cNvSpPr txBox="1"/>
          <p:nvPr/>
        </p:nvSpPr>
        <p:spPr>
          <a:xfrm>
            <a:off x="530893" y="691257"/>
            <a:ext cx="55466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</a:rPr>
              <a:t>Eredmények:</a:t>
            </a:r>
          </a:p>
        </p:txBody>
      </p:sp>
      <p:pic>
        <p:nvPicPr>
          <p:cNvPr id="4" name="Kép 3" descr="A képen szöveg, képernyőkép, embléma, Betűtípus látható&#10;&#10;Automatikusan generált leírás">
            <a:extLst>
              <a:ext uri="{FF2B5EF4-FFF2-40B4-BE49-F238E27FC236}">
                <a16:creationId xmlns:a16="http://schemas.microsoft.com/office/drawing/2014/main" id="{72208060-9679-A475-978F-9CF6070DEE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515" y="1532111"/>
            <a:ext cx="4111494" cy="370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45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00A26AB-E1BA-4180-829A-BF134BA81B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9D94A9-B2E2-46A9-B26F-8AE3BFD83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logo of a drink with flames&#10;&#10;Description automatically generated">
            <a:extLst>
              <a:ext uri="{FF2B5EF4-FFF2-40B4-BE49-F238E27FC236}">
                <a16:creationId xmlns:a16="http://schemas.microsoft.com/office/drawing/2014/main" id="{FBCB1DBC-14AC-7D61-E05F-8FA7D18A11F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73" b="23477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98A24E-F6AC-42A6-8BC2-1A91D9768F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3467" y="678719"/>
            <a:ext cx="10905066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679D7AD-A487-4DDE-950D-32D24100B1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3467" y="6309695"/>
            <a:ext cx="10905066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4" name="Picture 6" descr="https://cdn.discordapp.com/attachments/1293633871878950964/1316109398724182026/Kepernyokep_2024-12-10_191736.png?ex=675a82a4&amp;is=67593124&amp;hm=93f4eaed9402b4364aa6238012e46273284a6e36f4045f5c8856f4040289d15d&amp;=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581" y="850874"/>
            <a:ext cx="6077431" cy="2791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https://cdn.discordapp.com/attachments/1293633871878950964/1316435089290432552/Kepernyokep_2024-12-11_170145.png?ex=675b0937&amp;is=6759b7b7&amp;hm=0548980add0ba0e81b2ae9235dd3627c709fa8fb655b3037e70011ca90b3ab19&amp;=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581" y="3814145"/>
            <a:ext cx="5647275" cy="23922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A9CE49D0-2570-B4EA-30B2-DEA54D91D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4573" y="1547746"/>
            <a:ext cx="3970074" cy="3892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241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A976F3-01C3-A748-C834-480053868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E95F3BC-438D-BBE3-AF3E-5EC6636BB7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6DEC7E-F1DF-8CAD-53DF-6F68F611D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logo of a drink with flames&#10;&#10;Description automatically generated">
            <a:extLst>
              <a:ext uri="{FF2B5EF4-FFF2-40B4-BE49-F238E27FC236}">
                <a16:creationId xmlns:a16="http://schemas.microsoft.com/office/drawing/2014/main" id="{9AF02D52-8E58-A86B-30E9-B90840457D8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73" b="23477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45651F2-3209-F55E-5F28-1C8888D0A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3467" y="678719"/>
            <a:ext cx="10905066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B33E15-9456-5C37-4069-7B7ACEE91A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3467" y="6309695"/>
            <a:ext cx="10905066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Kép 3" descr="A képen szöveg, képernyőkép, szám, Párhuzamos látható&#10;&#10;Automatikusan generált leírás">
            <a:extLst>
              <a:ext uri="{FF2B5EF4-FFF2-40B4-BE49-F238E27FC236}">
                <a16:creationId xmlns:a16="http://schemas.microsoft.com/office/drawing/2014/main" id="{5F1FDA15-62E4-CE12-18D5-0FD7059190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6240" y="1219262"/>
            <a:ext cx="4359519" cy="4549891"/>
          </a:xfrm>
          <a:prstGeom prst="rect">
            <a:avLst/>
          </a:prstGeom>
        </p:spPr>
      </p:pic>
      <p:sp>
        <p:nvSpPr>
          <p:cNvPr id="7" name="TextBox 5">
            <a:extLst>
              <a:ext uri="{FF2B5EF4-FFF2-40B4-BE49-F238E27FC236}">
                <a16:creationId xmlns:a16="http://schemas.microsoft.com/office/drawing/2014/main" id="{44A9D094-5884-900B-A15C-2111E79FF359}"/>
              </a:ext>
            </a:extLst>
          </p:cNvPr>
          <p:cNvSpPr txBox="1"/>
          <p:nvPr/>
        </p:nvSpPr>
        <p:spPr>
          <a:xfrm>
            <a:off x="643467" y="733313"/>
            <a:ext cx="554663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000" b="1" dirty="0">
                <a:solidFill>
                  <a:schemeClr val="bg1"/>
                </a:solidFill>
              </a:rPr>
              <a:t>Adatbázis:</a:t>
            </a:r>
          </a:p>
        </p:txBody>
      </p:sp>
    </p:spTree>
    <p:extLst>
      <p:ext uri="{BB962C8B-B14F-4D97-AF65-F5344CB8AC3E}">
        <p14:creationId xmlns:p14="http://schemas.microsoft.com/office/powerpoint/2010/main" val="1337591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00A26AB-E1BA-4180-829A-BF134BA81B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9D94A9-B2E2-46A9-B26F-8AE3BFD83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logo of a drink with flames&#10;&#10;Description automatically generated">
            <a:extLst>
              <a:ext uri="{FF2B5EF4-FFF2-40B4-BE49-F238E27FC236}">
                <a16:creationId xmlns:a16="http://schemas.microsoft.com/office/drawing/2014/main" id="{EB7793F4-B8D3-6F0F-F39E-296728079F7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73" b="23477"/>
          <a:stretch/>
        </p:blipFill>
        <p:spPr>
          <a:xfrm>
            <a:off x="-94824" y="-97769"/>
            <a:ext cx="12191980" cy="685799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98A24E-F6AC-42A6-8BC2-1A91D9768F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3467" y="678719"/>
            <a:ext cx="10905066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679D7AD-A487-4DDE-950D-32D24100B1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3467" y="6309695"/>
            <a:ext cx="10905066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9F28C11-49F3-4AFA-7DBA-4570B4F1E9EB}"/>
              </a:ext>
            </a:extLst>
          </p:cNvPr>
          <p:cNvSpPr txBox="1"/>
          <p:nvPr/>
        </p:nvSpPr>
        <p:spPr>
          <a:xfrm>
            <a:off x="6613359" y="3608424"/>
            <a:ext cx="460895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Trello: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  <a:hlinkClick r:id="rId3"/>
              </a:rPr>
              <a:t>https://trello.com/b/imyWoq25/ibolya-remei</a:t>
            </a:r>
            <a:endParaRPr lang="hu-HU" dirty="0">
              <a:solidFill>
                <a:schemeClr val="bg1"/>
              </a:solidFill>
            </a:endParaRPr>
          </a:p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3AC917-F9F2-420F-611F-2845CEECF90D}"/>
              </a:ext>
            </a:extLst>
          </p:cNvPr>
          <p:cNvSpPr txBox="1"/>
          <p:nvPr/>
        </p:nvSpPr>
        <p:spPr>
          <a:xfrm>
            <a:off x="6613359" y="4580363"/>
            <a:ext cx="53600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>
                <a:solidFill>
                  <a:schemeClr val="bg1"/>
                </a:solidFill>
              </a:rPr>
              <a:t>Github</a:t>
            </a:r>
            <a:r>
              <a:rPr lang="en-GB" dirty="0">
                <a:solidFill>
                  <a:schemeClr val="bg1"/>
                </a:solidFill>
              </a:rPr>
              <a:t>: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  <a:hlinkClick r:id="rId4"/>
              </a:rPr>
              <a:t>https://github.com/thor9086/szoftmernbead</a:t>
            </a:r>
            <a:endParaRPr lang="hu-HU" dirty="0">
              <a:solidFill>
                <a:schemeClr val="bg1"/>
              </a:solidFill>
            </a:endParaRPr>
          </a:p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13" name="TextBox 1">
            <a:extLst>
              <a:ext uri="{FF2B5EF4-FFF2-40B4-BE49-F238E27FC236}">
                <a16:creationId xmlns:a16="http://schemas.microsoft.com/office/drawing/2014/main" id="{4605664D-E29F-B1BB-1AF8-40D3C3FFC4ED}"/>
              </a:ext>
            </a:extLst>
          </p:cNvPr>
          <p:cNvSpPr txBox="1"/>
          <p:nvPr/>
        </p:nvSpPr>
        <p:spPr>
          <a:xfrm>
            <a:off x="813545" y="1065928"/>
            <a:ext cx="4443845" cy="30777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 err="1">
                <a:solidFill>
                  <a:schemeClr val="bg1"/>
                </a:solidFill>
              </a:rPr>
              <a:t>Felhasznált</a:t>
            </a:r>
            <a:r>
              <a:rPr lang="en-GB" sz="2800" dirty="0">
                <a:solidFill>
                  <a:schemeClr val="bg1"/>
                </a:solidFill>
              </a:rPr>
              <a:t> </a:t>
            </a:r>
            <a:r>
              <a:rPr lang="en-GB" sz="2800" dirty="0" err="1">
                <a:solidFill>
                  <a:schemeClr val="bg1"/>
                </a:solidFill>
              </a:rPr>
              <a:t>technológiák</a:t>
            </a:r>
            <a:r>
              <a:rPr lang="en-GB" sz="2800" dirty="0">
                <a:solidFill>
                  <a:schemeClr val="bg1"/>
                </a:solidFill>
              </a:rPr>
              <a:t>:</a:t>
            </a:r>
            <a:br>
              <a:rPr lang="en-GB" dirty="0">
                <a:solidFill>
                  <a:schemeClr val="bg1"/>
                </a:solidFill>
              </a:rPr>
            </a:br>
            <a:endParaRPr lang="en-GB" dirty="0">
              <a:solidFill>
                <a:schemeClr val="bg1"/>
              </a:solidFill>
            </a:endParaRPr>
          </a:p>
          <a:p>
            <a:r>
              <a:rPr lang="en-GB" sz="2000" dirty="0">
                <a:solidFill>
                  <a:schemeClr val="bg1"/>
                </a:solidFill>
              </a:rPr>
              <a:t>Backend</a:t>
            </a:r>
            <a:r>
              <a:rPr lang="hu-HU" sz="2000" dirty="0">
                <a:solidFill>
                  <a:schemeClr val="bg1"/>
                </a:solidFill>
              </a:rPr>
              <a:t> – Huszti Tamás, Nagy Ákos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- </a:t>
            </a:r>
            <a:r>
              <a:rPr lang="en-GB" dirty="0" err="1">
                <a:solidFill>
                  <a:schemeClr val="bg1"/>
                </a:solidFill>
              </a:rPr>
              <a:t>Springboot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- H2 database</a:t>
            </a:r>
            <a:br>
              <a:rPr lang="en-GB" dirty="0">
                <a:solidFill>
                  <a:schemeClr val="bg1"/>
                </a:solidFill>
              </a:rPr>
            </a:br>
            <a:br>
              <a:rPr lang="en-GB" dirty="0">
                <a:solidFill>
                  <a:schemeClr val="bg1"/>
                </a:solidFill>
              </a:rPr>
            </a:br>
            <a:r>
              <a:rPr lang="en-GB" sz="2000" dirty="0">
                <a:solidFill>
                  <a:schemeClr val="bg1"/>
                </a:solidFill>
              </a:rPr>
              <a:t>Frontend</a:t>
            </a:r>
            <a:r>
              <a:rPr lang="hu-HU" sz="2000" dirty="0">
                <a:solidFill>
                  <a:schemeClr val="bg1"/>
                </a:solidFill>
              </a:rPr>
              <a:t> – Horváth László, Bán Ákos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- HTML</a:t>
            </a:r>
          </a:p>
          <a:p>
            <a:r>
              <a:rPr lang="en-GB" dirty="0">
                <a:solidFill>
                  <a:schemeClr val="bg1"/>
                </a:solidFill>
              </a:rPr>
              <a:t>- CSS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- </a:t>
            </a:r>
            <a:r>
              <a:rPr lang="en-GB" dirty="0" err="1">
                <a:solidFill>
                  <a:schemeClr val="bg1"/>
                </a:solidFill>
              </a:rPr>
              <a:t>Javascript</a:t>
            </a:r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8958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E67F76-BE03-82A3-D270-97F704422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4338541-FDC8-3AC4-59A9-BCB328C07B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nivers Light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63E9B2-C3EB-78D2-0211-E5C0EB7D93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nivers Light"/>
              <a:ea typeface="+mn-ea"/>
              <a:cs typeface="+mn-cs"/>
            </a:endParaRPr>
          </a:p>
        </p:txBody>
      </p:sp>
      <p:pic>
        <p:nvPicPr>
          <p:cNvPr id="3" name="Picture 2" descr="A logo of a drink with flames&#10;&#10;Description automatically generated">
            <a:extLst>
              <a:ext uri="{FF2B5EF4-FFF2-40B4-BE49-F238E27FC236}">
                <a16:creationId xmlns:a16="http://schemas.microsoft.com/office/drawing/2014/main" id="{D4E561DB-BBE9-0586-E37F-4546388F31E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73" b="23477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8BAFAF5-1B0D-17BF-8AD6-F860A52517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3467" y="678719"/>
            <a:ext cx="10905066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2AE7BB3-20BE-79AB-19F3-8305BBD4E3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3467" y="6309695"/>
            <a:ext cx="10905066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5">
            <a:extLst>
              <a:ext uri="{FF2B5EF4-FFF2-40B4-BE49-F238E27FC236}">
                <a16:creationId xmlns:a16="http://schemas.microsoft.com/office/drawing/2014/main" id="{8009DD96-3A20-B04C-7BDC-42EC30DB0A34}"/>
              </a:ext>
            </a:extLst>
          </p:cNvPr>
          <p:cNvSpPr txBox="1"/>
          <p:nvPr/>
        </p:nvSpPr>
        <p:spPr>
          <a:xfrm>
            <a:off x="-19" y="2894043"/>
            <a:ext cx="121919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7200" b="1" dirty="0">
                <a:solidFill>
                  <a:schemeClr val="bg1"/>
                </a:solidFill>
              </a:rPr>
              <a:t>Köszönöm a figyelmet!</a:t>
            </a:r>
          </a:p>
        </p:txBody>
      </p:sp>
    </p:spTree>
    <p:extLst>
      <p:ext uri="{BB962C8B-B14F-4D97-AF65-F5344CB8AC3E}">
        <p14:creationId xmlns:p14="http://schemas.microsoft.com/office/powerpoint/2010/main" val="4006903774"/>
      </p:ext>
    </p:extLst>
  </p:cSld>
  <p:clrMapOvr>
    <a:masterClrMapping/>
  </p:clrMapOvr>
</p:sld>
</file>

<file path=ppt/theme/theme1.xml><?xml version="1.0" encoding="utf-8"?>
<a:theme xmlns:a="http://schemas.openxmlformats.org/drawingml/2006/main" name="TribuneVTI">
  <a:themeElements>
    <a:clrScheme name="amasis">
      <a:dk1>
        <a:sysClr val="windowText" lastClr="000000"/>
      </a:dk1>
      <a:lt1>
        <a:sysClr val="window" lastClr="FFFFFF"/>
      </a:lt1>
      <a:dk2>
        <a:srgbClr val="470401"/>
      </a:dk2>
      <a:lt2>
        <a:srgbClr val="EBE2E2"/>
      </a:lt2>
      <a:accent1>
        <a:srgbClr val="BD1209"/>
      </a:accent1>
      <a:accent2>
        <a:srgbClr val="F40600"/>
      </a:accent2>
      <a:accent3>
        <a:srgbClr val="F26216"/>
      </a:accent3>
      <a:accent4>
        <a:srgbClr val="F0800D"/>
      </a:accent4>
      <a:accent5>
        <a:srgbClr val="3EA8B6"/>
      </a:accent5>
      <a:accent6>
        <a:srgbClr val="005B6B"/>
      </a:accent6>
      <a:hlink>
        <a:srgbClr val="F40600"/>
      </a:hlink>
      <a:folHlink>
        <a:srgbClr val="1C7E8E"/>
      </a:folHlink>
    </a:clrScheme>
    <a:fontScheme name="Amasis-Univers">
      <a:majorFont>
        <a:latin typeface="Amasis MT Pro Medium"/>
        <a:ea typeface=""/>
        <a:cs typeface=""/>
      </a:majorFont>
      <a:minorFont>
        <a:latin typeface="Univer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ribuneVTI" id="{4D84C650-59FC-4F6B-ADA6-B11C508FF6CE}" vid="{0E07EAE6-ACBC-4250-8522-FC108A45043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</TotalTime>
  <Words>123</Words>
  <Application>Microsoft Office PowerPoint</Application>
  <PresentationFormat>Szélesvásznú</PresentationFormat>
  <Paragraphs>22</Paragraphs>
  <Slides>7</Slides>
  <Notes>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2" baseType="lpstr">
      <vt:lpstr>Amasis MT Pro Medium</vt:lpstr>
      <vt:lpstr>Arial</vt:lpstr>
      <vt:lpstr>Calibri</vt:lpstr>
      <vt:lpstr>Univers Light</vt:lpstr>
      <vt:lpstr>TribuneVTI</vt:lpstr>
      <vt:lpstr> 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</dc:title>
  <dc:creator>Bán Ákos Richárd (12.B)</dc:creator>
  <cp:lastModifiedBy>Horváth László Zoltán</cp:lastModifiedBy>
  <cp:revision>24</cp:revision>
  <dcterms:created xsi:type="dcterms:W3CDTF">2024-10-17T07:27:32Z</dcterms:created>
  <dcterms:modified xsi:type="dcterms:W3CDTF">2024-12-12T07:36:36Z</dcterms:modified>
</cp:coreProperties>
</file>